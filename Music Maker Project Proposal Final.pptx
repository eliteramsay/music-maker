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7" r:id="rId5"/>
    <p:sldId id="271" r:id="rId6"/>
    <p:sldId id="272" r:id="rId7"/>
    <p:sldId id="273" r:id="rId8"/>
    <p:sldId id="274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>
      <p:cViewPr varScale="1">
        <p:scale>
          <a:sx n="105" d="100"/>
          <a:sy n="105" d="100"/>
        </p:scale>
        <p:origin x="834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5FFBF-2C64-42CD-9E2F-09E2049D891B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F2C6B-0C1B-4F88-BCBA-898BA50DE78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930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3DF44-BBF1-44C7-A0B1-7B7B2F7B3880}" type="datetimeFigureOut">
              <a:rPr lang="en-US"/>
              <a:t>11/19/2025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E53BB-F993-49A1-9E37-CA3E5BE0709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98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88825" cy="4449836"/>
          </a:xfrm>
          <a:custGeom>
            <a:avLst/>
            <a:gdLst>
              <a:gd name="connsiteX0" fmla="*/ 0 w 12188825"/>
              <a:gd name="connsiteY0" fmla="*/ 0 h 5545334"/>
              <a:gd name="connsiteX1" fmla="*/ 12188825 w 12188825"/>
              <a:gd name="connsiteY1" fmla="*/ 0 h 5545334"/>
              <a:gd name="connsiteX2" fmla="*/ 12188825 w 12188825"/>
              <a:gd name="connsiteY2" fmla="*/ 4181566 h 5545334"/>
              <a:gd name="connsiteX3" fmla="*/ 6105607 w 12188825"/>
              <a:gd name="connsiteY3" fmla="*/ 4449836 h 5545334"/>
              <a:gd name="connsiteX4" fmla="*/ 1 w 12188825"/>
              <a:gd name="connsiteY4" fmla="*/ 4179342 h 5545334"/>
              <a:gd name="connsiteX5" fmla="*/ 1 w 12188825"/>
              <a:gd name="connsiteY5" fmla="*/ 5545334 h 5545334"/>
              <a:gd name="connsiteX6" fmla="*/ 0 w 12188825"/>
              <a:gd name="connsiteY6" fmla="*/ 0 h 5545334"/>
              <a:gd name="connsiteX0" fmla="*/ 0 w 12188825"/>
              <a:gd name="connsiteY0" fmla="*/ 0 h 4449836"/>
              <a:gd name="connsiteX1" fmla="*/ 12188825 w 12188825"/>
              <a:gd name="connsiteY1" fmla="*/ 0 h 4449836"/>
              <a:gd name="connsiteX2" fmla="*/ 12188825 w 12188825"/>
              <a:gd name="connsiteY2" fmla="*/ 4181566 h 4449836"/>
              <a:gd name="connsiteX3" fmla="*/ 6105607 w 12188825"/>
              <a:gd name="connsiteY3" fmla="*/ 4449836 h 4449836"/>
              <a:gd name="connsiteX4" fmla="*/ 1 w 12188825"/>
              <a:gd name="connsiteY4" fmla="*/ 4179342 h 4449836"/>
              <a:gd name="connsiteX5" fmla="*/ 0 w 12188825"/>
              <a:gd name="connsiteY5" fmla="*/ 0 h 444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4449836">
                <a:moveTo>
                  <a:pt x="0" y="0"/>
                </a:moveTo>
                <a:lnTo>
                  <a:pt x="12188825" y="0"/>
                </a:lnTo>
                <a:lnTo>
                  <a:pt x="12188825" y="4181566"/>
                </a:lnTo>
                <a:cubicBezTo>
                  <a:pt x="10420785" y="4351787"/>
                  <a:pt x="8336850" y="4449836"/>
                  <a:pt x="6105607" y="4449836"/>
                </a:cubicBezTo>
                <a:cubicBezTo>
                  <a:pt x="3864934" y="4449836"/>
                  <a:pt x="1772815" y="4350957"/>
                  <a:pt x="1" y="4179342"/>
                </a:cubicBezTo>
                <a:cubicBezTo>
                  <a:pt x="1" y="2786228"/>
                  <a:pt x="0" y="1393114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2"/>
          <p:cNvSpPr/>
          <p:nvPr/>
        </p:nvSpPr>
        <p:spPr>
          <a:xfrm flipV="1">
            <a:off x="1" y="4179342"/>
            <a:ext cx="12188824" cy="1785092"/>
          </a:xfrm>
          <a:custGeom>
            <a:avLst/>
            <a:gdLst/>
            <a:ahLst/>
            <a:cxnLst/>
            <a:rect l="l" t="t" r="r" b="b"/>
            <a:pathLst>
              <a:path w="12188824" h="1785092">
                <a:moveTo>
                  <a:pt x="0" y="0"/>
                </a:moveTo>
                <a:lnTo>
                  <a:pt x="12188824" y="0"/>
                </a:lnTo>
                <a:lnTo>
                  <a:pt x="12188824" y="1782868"/>
                </a:lnTo>
                <a:cubicBezTo>
                  <a:pt x="10420784" y="1612647"/>
                  <a:pt x="8336849" y="1514598"/>
                  <a:pt x="6105606" y="1514598"/>
                </a:cubicBezTo>
                <a:cubicBezTo>
                  <a:pt x="3864933" y="1514598"/>
                  <a:pt x="1772814" y="1613477"/>
                  <a:pt x="0" y="178509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 flipV="1">
            <a:off x="0" y="4232668"/>
            <a:ext cx="12188825" cy="2625332"/>
          </a:xfrm>
          <a:custGeom>
            <a:avLst/>
            <a:gdLst/>
            <a:ahLst/>
            <a:cxnLst/>
            <a:rect l="l" t="t" r="r" b="b"/>
            <a:pathLst>
              <a:path w="12188825" h="2625332">
                <a:moveTo>
                  <a:pt x="12188819" y="2625332"/>
                </a:moveTo>
                <a:lnTo>
                  <a:pt x="12188819" y="1143000"/>
                </a:lnTo>
                <a:lnTo>
                  <a:pt x="12188819" y="1066800"/>
                </a:lnTo>
                <a:lnTo>
                  <a:pt x="12188825" y="1066800"/>
                </a:lnTo>
                <a:lnTo>
                  <a:pt x="12188825" y="0"/>
                </a:lnTo>
                <a:lnTo>
                  <a:pt x="1" y="0"/>
                </a:lnTo>
                <a:lnTo>
                  <a:pt x="1" y="762000"/>
                </a:lnTo>
                <a:lnTo>
                  <a:pt x="1" y="893566"/>
                </a:lnTo>
                <a:lnTo>
                  <a:pt x="0" y="893566"/>
                </a:lnTo>
                <a:lnTo>
                  <a:pt x="0" y="2417303"/>
                </a:lnTo>
                <a:cubicBezTo>
                  <a:pt x="1730673" y="2256633"/>
                  <a:pt x="3842817" y="2181652"/>
                  <a:pt x="6121030" y="2221419"/>
                </a:cubicBezTo>
                <a:cubicBezTo>
                  <a:pt x="8380478" y="2260858"/>
                  <a:pt x="10472741" y="2407392"/>
                  <a:pt x="12188819" y="262533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2743200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499616" y="4800600"/>
            <a:ext cx="7333488" cy="13716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279082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10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62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 flipH="1">
            <a:off x="0" y="0"/>
            <a:ext cx="12188825" cy="3245754"/>
          </a:xfrm>
          <a:custGeom>
            <a:avLst/>
            <a:gdLst/>
            <a:ahLst/>
            <a:cxnLst/>
            <a:rect l="l" t="t" r="r" b="b"/>
            <a:pathLst>
              <a:path w="12188825" h="3245754">
                <a:moveTo>
                  <a:pt x="12188825" y="0"/>
                </a:moveTo>
                <a:lnTo>
                  <a:pt x="0" y="0"/>
                </a:lnTo>
                <a:lnTo>
                  <a:pt x="1" y="2975260"/>
                </a:lnTo>
                <a:cubicBezTo>
                  <a:pt x="1772815" y="3146875"/>
                  <a:pt x="3864934" y="3245754"/>
                  <a:pt x="6105607" y="3245754"/>
                </a:cubicBezTo>
                <a:cubicBezTo>
                  <a:pt x="8336850" y="3245754"/>
                  <a:pt x="10420785" y="3147705"/>
                  <a:pt x="12188825" y="297748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2"/>
          <p:cNvSpPr/>
          <p:nvPr/>
        </p:nvSpPr>
        <p:spPr>
          <a:xfrm flipH="1" flipV="1">
            <a:off x="0" y="2975260"/>
            <a:ext cx="12188824" cy="1785092"/>
          </a:xfrm>
          <a:custGeom>
            <a:avLst/>
            <a:gdLst/>
            <a:ahLst/>
            <a:cxnLst/>
            <a:rect l="l" t="t" r="r" b="b"/>
            <a:pathLst>
              <a:path w="12188824" h="1785092">
                <a:moveTo>
                  <a:pt x="0" y="0"/>
                </a:moveTo>
                <a:lnTo>
                  <a:pt x="12188824" y="0"/>
                </a:lnTo>
                <a:lnTo>
                  <a:pt x="12188824" y="1782868"/>
                </a:lnTo>
                <a:cubicBezTo>
                  <a:pt x="10420784" y="1612647"/>
                  <a:pt x="8336849" y="1514598"/>
                  <a:pt x="6105606" y="1514598"/>
                </a:cubicBezTo>
                <a:cubicBezTo>
                  <a:pt x="3864933" y="1514598"/>
                  <a:pt x="1772814" y="1613477"/>
                  <a:pt x="0" y="178509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 flipH="1" flipV="1">
            <a:off x="0" y="3028586"/>
            <a:ext cx="12188825" cy="3829414"/>
          </a:xfrm>
          <a:custGeom>
            <a:avLst/>
            <a:gdLst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25 w 12188825"/>
              <a:gd name="connsiteY12" fmla="*/ 2270882 h 3829414"/>
              <a:gd name="connsiteX13" fmla="*/ 12188819 w 12188825"/>
              <a:gd name="connsiteY13" fmla="*/ 2270882 h 3829414"/>
              <a:gd name="connsiteX14" fmla="*/ 12188819 w 12188825"/>
              <a:gd name="connsiteY14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25 w 12188825"/>
              <a:gd name="connsiteY12" fmla="*/ 2270882 h 3829414"/>
              <a:gd name="connsiteX13" fmla="*/ 12188819 w 12188825"/>
              <a:gd name="connsiteY13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19 w 12188825"/>
              <a:gd name="connsiteY12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19 w 12188825"/>
              <a:gd name="connsiteY11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19 w 12188825"/>
              <a:gd name="connsiteY10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0 h 3829414"/>
              <a:gd name="connsiteX8" fmla="*/ 12188825 w 12188825"/>
              <a:gd name="connsiteY8" fmla="*/ 0 h 3829414"/>
              <a:gd name="connsiteX9" fmla="*/ 12188819 w 12188825"/>
              <a:gd name="connsiteY9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0 h 3829414"/>
              <a:gd name="connsiteX7" fmla="*/ 12188825 w 12188825"/>
              <a:gd name="connsiteY7" fmla="*/ 0 h 3829414"/>
              <a:gd name="connsiteX8" fmla="*/ 12188819 w 12188825"/>
              <a:gd name="connsiteY8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0 h 3829414"/>
              <a:gd name="connsiteX6" fmla="*/ 12188825 w 12188825"/>
              <a:gd name="connsiteY6" fmla="*/ 0 h 3829414"/>
              <a:gd name="connsiteX7" fmla="*/ 12188819 w 12188825"/>
              <a:gd name="connsiteY7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0 h 3829414"/>
              <a:gd name="connsiteX5" fmla="*/ 12188825 w 12188825"/>
              <a:gd name="connsiteY5" fmla="*/ 0 h 3829414"/>
              <a:gd name="connsiteX6" fmla="*/ 12188819 w 12188825"/>
              <a:gd name="connsiteY6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1 w 12188825"/>
              <a:gd name="connsiteY3" fmla="*/ 0 h 3829414"/>
              <a:gd name="connsiteX4" fmla="*/ 12188825 w 12188825"/>
              <a:gd name="connsiteY4" fmla="*/ 0 h 3829414"/>
              <a:gd name="connsiteX5" fmla="*/ 12188819 w 12188825"/>
              <a:gd name="connsiteY5" fmla="*/ 3829414 h 382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3829414">
                <a:moveTo>
                  <a:pt x="12188819" y="3829414"/>
                </a:moveTo>
                <a:cubicBezTo>
                  <a:pt x="10472741" y="3611474"/>
                  <a:pt x="8380478" y="3464940"/>
                  <a:pt x="6121030" y="3425501"/>
                </a:cubicBezTo>
                <a:cubicBezTo>
                  <a:pt x="3842817" y="3385734"/>
                  <a:pt x="1730673" y="3460715"/>
                  <a:pt x="0" y="3621385"/>
                </a:cubicBezTo>
                <a:cubicBezTo>
                  <a:pt x="0" y="2414257"/>
                  <a:pt x="1" y="1207128"/>
                  <a:pt x="1" y="0"/>
                </a:cubicBezTo>
                <a:lnTo>
                  <a:pt x="12188825" y="0"/>
                </a:lnTo>
                <a:cubicBezTo>
                  <a:pt x="12188823" y="1276471"/>
                  <a:pt x="12188821" y="2552943"/>
                  <a:pt x="12188819" y="38294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3505200"/>
            <a:ext cx="9144000" cy="1908446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Picture Placeholder 16" descr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3141318"/>
          </a:xfrm>
          <a:custGeom>
            <a:avLst/>
            <a:gdLst>
              <a:gd name="connsiteX0" fmla="*/ 0 w 12188825"/>
              <a:gd name="connsiteY0" fmla="*/ 0 h 3867150"/>
              <a:gd name="connsiteX1" fmla="*/ 12188825 w 12188825"/>
              <a:gd name="connsiteY1" fmla="*/ 0 h 3867150"/>
              <a:gd name="connsiteX2" fmla="*/ 12188825 w 12188825"/>
              <a:gd name="connsiteY2" fmla="*/ 3867150 h 3867150"/>
              <a:gd name="connsiteX3" fmla="*/ 12188824 w 12188825"/>
              <a:gd name="connsiteY3" fmla="*/ 2819066 h 3867150"/>
              <a:gd name="connsiteX4" fmla="*/ 6324758 w 12188825"/>
              <a:gd name="connsiteY4" fmla="*/ 3141318 h 3867150"/>
              <a:gd name="connsiteX5" fmla="*/ 0 w 12188825"/>
              <a:gd name="connsiteY5" fmla="*/ 2907554 h 3867150"/>
              <a:gd name="connsiteX6" fmla="*/ 0 w 12188825"/>
              <a:gd name="connsiteY6" fmla="*/ 0 h 3867150"/>
              <a:gd name="connsiteX0" fmla="*/ 0 w 12188825"/>
              <a:gd name="connsiteY0" fmla="*/ 0 h 3141318"/>
              <a:gd name="connsiteX1" fmla="*/ 12188825 w 12188825"/>
              <a:gd name="connsiteY1" fmla="*/ 0 h 3141318"/>
              <a:gd name="connsiteX2" fmla="*/ 12188824 w 12188825"/>
              <a:gd name="connsiteY2" fmla="*/ 2819066 h 3141318"/>
              <a:gd name="connsiteX3" fmla="*/ 6324758 w 12188825"/>
              <a:gd name="connsiteY3" fmla="*/ 3141318 h 3141318"/>
              <a:gd name="connsiteX4" fmla="*/ 0 w 12188825"/>
              <a:gd name="connsiteY4" fmla="*/ 2907554 h 3141318"/>
              <a:gd name="connsiteX5" fmla="*/ 0 w 12188825"/>
              <a:gd name="connsiteY5" fmla="*/ 0 h 314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3141318">
                <a:moveTo>
                  <a:pt x="0" y="0"/>
                </a:moveTo>
                <a:lnTo>
                  <a:pt x="12188825" y="0"/>
                </a:lnTo>
                <a:cubicBezTo>
                  <a:pt x="12188825" y="939689"/>
                  <a:pt x="12188824" y="1879377"/>
                  <a:pt x="12188824" y="2819066"/>
                </a:cubicBezTo>
                <a:cubicBezTo>
                  <a:pt x="10416010" y="2990681"/>
                  <a:pt x="8565431" y="3141318"/>
                  <a:pt x="6324758" y="3141318"/>
                </a:cubicBezTo>
                <a:cubicBezTo>
                  <a:pt x="4093515" y="3141318"/>
                  <a:pt x="1768040" y="3077775"/>
                  <a:pt x="0" y="2907554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501775" y="5562600"/>
            <a:ext cx="7335837" cy="8382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17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/>
          <p:cNvSpPr/>
          <p:nvPr userDrawn="1"/>
        </p:nvSpPr>
        <p:spPr>
          <a:xfrm flipH="1">
            <a:off x="2" y="789993"/>
            <a:ext cx="12188825" cy="5080598"/>
          </a:xfrm>
          <a:custGeom>
            <a:avLst/>
            <a:gdLst/>
            <a:ahLst/>
            <a:cxnLst/>
            <a:rect l="l" t="t" r="r" b="b"/>
            <a:pathLst>
              <a:path w="12188825" h="5080598">
                <a:moveTo>
                  <a:pt x="12188824" y="0"/>
                </a:moveTo>
                <a:cubicBezTo>
                  <a:pt x="10416010" y="171615"/>
                  <a:pt x="8323891" y="270494"/>
                  <a:pt x="6083218" y="270494"/>
                </a:cubicBezTo>
                <a:cubicBezTo>
                  <a:pt x="3851975" y="270494"/>
                  <a:pt x="1768040" y="172445"/>
                  <a:pt x="0" y="2224"/>
                </a:cubicBezTo>
                <a:lnTo>
                  <a:pt x="0" y="1496008"/>
                </a:lnTo>
                <a:lnTo>
                  <a:pt x="0" y="1785092"/>
                </a:lnTo>
                <a:lnTo>
                  <a:pt x="0" y="3295506"/>
                </a:lnTo>
                <a:lnTo>
                  <a:pt x="0" y="3553408"/>
                </a:lnTo>
                <a:lnTo>
                  <a:pt x="0" y="5080598"/>
                </a:lnTo>
                <a:cubicBezTo>
                  <a:pt x="1772814" y="4908983"/>
                  <a:pt x="3864933" y="4810104"/>
                  <a:pt x="6105606" y="4810104"/>
                </a:cubicBezTo>
                <a:cubicBezTo>
                  <a:pt x="8336849" y="4810104"/>
                  <a:pt x="10420784" y="4908153"/>
                  <a:pt x="12188824" y="5078374"/>
                </a:cubicBezTo>
                <a:lnTo>
                  <a:pt x="12188824" y="3553408"/>
                </a:lnTo>
                <a:lnTo>
                  <a:pt x="12188825" y="3553408"/>
                </a:lnTo>
                <a:lnTo>
                  <a:pt x="12188825" y="1496008"/>
                </a:lnTo>
                <a:lnTo>
                  <a:pt x="12188824" y="1496008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2"/>
          <p:cNvSpPr/>
          <p:nvPr userDrawn="1"/>
        </p:nvSpPr>
        <p:spPr>
          <a:xfrm flipH="1">
            <a:off x="2" y="792217"/>
            <a:ext cx="12188825" cy="5078374"/>
          </a:xfrm>
          <a:custGeom>
            <a:avLst/>
            <a:gdLst/>
            <a:ahLst/>
            <a:cxnLst/>
            <a:rect l="l" t="t" r="r" b="b"/>
            <a:pathLst>
              <a:path w="12188825" h="5078374">
                <a:moveTo>
                  <a:pt x="0" y="0"/>
                </a:moveTo>
                <a:lnTo>
                  <a:pt x="0" y="1493784"/>
                </a:lnTo>
                <a:lnTo>
                  <a:pt x="0" y="1782868"/>
                </a:lnTo>
                <a:lnTo>
                  <a:pt x="0" y="3293282"/>
                </a:lnTo>
                <a:lnTo>
                  <a:pt x="0" y="3551184"/>
                </a:lnTo>
                <a:lnTo>
                  <a:pt x="0" y="5078374"/>
                </a:lnTo>
                <a:lnTo>
                  <a:pt x="2" y="5078374"/>
                </a:lnTo>
                <a:lnTo>
                  <a:pt x="2" y="4101849"/>
                </a:lnTo>
                <a:lnTo>
                  <a:pt x="8" y="4101849"/>
                </a:lnTo>
                <a:lnTo>
                  <a:pt x="8" y="4825486"/>
                </a:lnTo>
                <a:cubicBezTo>
                  <a:pt x="1730681" y="4664816"/>
                  <a:pt x="3842825" y="4589835"/>
                  <a:pt x="6121038" y="4629602"/>
                </a:cubicBezTo>
                <a:cubicBezTo>
                  <a:pt x="8380486" y="4669041"/>
                  <a:pt x="10472749" y="4815575"/>
                  <a:pt x="12188824" y="5033515"/>
                </a:cubicBezTo>
                <a:lnTo>
                  <a:pt x="12188824" y="3551184"/>
                </a:lnTo>
                <a:lnTo>
                  <a:pt x="12188825" y="3551184"/>
                </a:lnTo>
                <a:lnTo>
                  <a:pt x="12188825" y="1493784"/>
                </a:lnTo>
                <a:lnTo>
                  <a:pt x="12188824" y="1493784"/>
                </a:lnTo>
                <a:lnTo>
                  <a:pt x="12188824" y="254012"/>
                </a:lnTo>
                <a:cubicBezTo>
                  <a:pt x="10458154" y="414682"/>
                  <a:pt x="8346010" y="489663"/>
                  <a:pt x="6067797" y="449896"/>
                </a:cubicBezTo>
                <a:cubicBezTo>
                  <a:pt x="3808349" y="410457"/>
                  <a:pt x="1716086" y="263923"/>
                  <a:pt x="8" y="45983"/>
                </a:cubicBezTo>
                <a:lnTo>
                  <a:pt x="8" y="977649"/>
                </a:lnTo>
                <a:lnTo>
                  <a:pt x="2" y="97764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522413" y="1371600"/>
            <a:ext cx="9144000" cy="274320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4267201"/>
            <a:ext cx="7315198" cy="10668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37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862" y="1905000"/>
            <a:ext cx="4416552" cy="4267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1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666999"/>
            <a:ext cx="4416552" cy="35052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905000"/>
            <a:ext cx="4416552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666999"/>
            <a:ext cx="4416552" cy="35052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11/19/2025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10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11/19/2025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338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1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466013" y="1"/>
            <a:ext cx="4722806" cy="6353183"/>
          </a:xfrm>
          <a:custGeom>
            <a:avLst/>
            <a:gdLst/>
            <a:ahLst/>
            <a:cxnLst/>
            <a:rect l="l" t="t" r="r" b="b"/>
            <a:pathLst>
              <a:path w="4722806" h="6353183">
                <a:moveTo>
                  <a:pt x="0" y="0"/>
                </a:moveTo>
                <a:lnTo>
                  <a:pt x="4722806" y="0"/>
                </a:lnTo>
                <a:lnTo>
                  <a:pt x="4722806" y="6098225"/>
                </a:lnTo>
                <a:cubicBezTo>
                  <a:pt x="3319459" y="6233334"/>
                  <a:pt x="1717095" y="6322975"/>
                  <a:pt x="0" y="635318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923212" y="457200"/>
            <a:ext cx="3781439" cy="3276600"/>
          </a:xfrm>
        </p:spPr>
        <p:txBody>
          <a:bodyPr anchor="b">
            <a:noAutofit/>
          </a:bodyPr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13" y="457200"/>
            <a:ext cx="6324599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2" y="3962400"/>
            <a:ext cx="3781439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5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2"/>
          <p:cNvSpPr/>
          <p:nvPr userDrawn="1"/>
        </p:nvSpPr>
        <p:spPr>
          <a:xfrm>
            <a:off x="7466013" y="1"/>
            <a:ext cx="4722806" cy="6353183"/>
          </a:xfrm>
          <a:custGeom>
            <a:avLst/>
            <a:gdLst/>
            <a:ahLst/>
            <a:cxnLst/>
            <a:rect l="l" t="t" r="r" b="b"/>
            <a:pathLst>
              <a:path w="4722806" h="6353183">
                <a:moveTo>
                  <a:pt x="0" y="0"/>
                </a:moveTo>
                <a:lnTo>
                  <a:pt x="4722806" y="0"/>
                </a:lnTo>
                <a:lnTo>
                  <a:pt x="4722806" y="6098225"/>
                </a:lnTo>
                <a:cubicBezTo>
                  <a:pt x="3319459" y="6233334"/>
                  <a:pt x="1717095" y="6322975"/>
                  <a:pt x="0" y="635318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923211" y="457200"/>
            <a:ext cx="3781439" cy="3276600"/>
          </a:xfrm>
        </p:spPr>
        <p:txBody>
          <a:bodyPr anchor="b">
            <a:noAutofit/>
          </a:bodyPr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-3026" y="0"/>
            <a:ext cx="7469039" cy="6366494"/>
          </a:xfrm>
          <a:custGeom>
            <a:avLst/>
            <a:gdLst>
              <a:gd name="connsiteX0" fmla="*/ 0 w 7469039"/>
              <a:gd name="connsiteY0" fmla="*/ 0 h 6508480"/>
              <a:gd name="connsiteX1" fmla="*/ 7469039 w 7469039"/>
              <a:gd name="connsiteY1" fmla="*/ 0 h 6508480"/>
              <a:gd name="connsiteX2" fmla="*/ 7469039 w 7469039"/>
              <a:gd name="connsiteY2" fmla="*/ 6353183 h 6508480"/>
              <a:gd name="connsiteX3" fmla="*/ 6108633 w 7469039"/>
              <a:gd name="connsiteY3" fmla="*/ 6366494 h 6508480"/>
              <a:gd name="connsiteX4" fmla="*/ 3027 w 7469039"/>
              <a:gd name="connsiteY4" fmla="*/ 6096000 h 6508480"/>
              <a:gd name="connsiteX5" fmla="*/ 3027 w 7469039"/>
              <a:gd name="connsiteY5" fmla="*/ 6508480 h 6508480"/>
              <a:gd name="connsiteX6" fmla="*/ 0 w 7469039"/>
              <a:gd name="connsiteY6" fmla="*/ 0 h 6508480"/>
              <a:gd name="connsiteX0" fmla="*/ 0 w 7469039"/>
              <a:gd name="connsiteY0" fmla="*/ 0 h 6366494"/>
              <a:gd name="connsiteX1" fmla="*/ 7469039 w 7469039"/>
              <a:gd name="connsiteY1" fmla="*/ 0 h 6366494"/>
              <a:gd name="connsiteX2" fmla="*/ 7469039 w 7469039"/>
              <a:gd name="connsiteY2" fmla="*/ 6353183 h 6366494"/>
              <a:gd name="connsiteX3" fmla="*/ 6108633 w 7469039"/>
              <a:gd name="connsiteY3" fmla="*/ 6366494 h 6366494"/>
              <a:gd name="connsiteX4" fmla="*/ 3027 w 7469039"/>
              <a:gd name="connsiteY4" fmla="*/ 6096000 h 6366494"/>
              <a:gd name="connsiteX5" fmla="*/ 0 w 7469039"/>
              <a:gd name="connsiteY5" fmla="*/ 0 h 6366494"/>
              <a:gd name="connsiteX0" fmla="*/ 0 w 7469039"/>
              <a:gd name="connsiteY0" fmla="*/ 0 h 6366494"/>
              <a:gd name="connsiteX1" fmla="*/ 7469039 w 7469039"/>
              <a:gd name="connsiteY1" fmla="*/ 0 h 6366494"/>
              <a:gd name="connsiteX2" fmla="*/ 7469039 w 7469039"/>
              <a:gd name="connsiteY2" fmla="*/ 6353183 h 6366494"/>
              <a:gd name="connsiteX3" fmla="*/ 6108633 w 7469039"/>
              <a:gd name="connsiteY3" fmla="*/ 6366494 h 6366494"/>
              <a:gd name="connsiteX4" fmla="*/ 645 w 7469039"/>
              <a:gd name="connsiteY4" fmla="*/ 6096000 h 6366494"/>
              <a:gd name="connsiteX5" fmla="*/ 0 w 7469039"/>
              <a:gd name="connsiteY5" fmla="*/ 0 h 636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69039" h="6366494">
                <a:moveTo>
                  <a:pt x="0" y="0"/>
                </a:moveTo>
                <a:lnTo>
                  <a:pt x="7469039" y="0"/>
                </a:lnTo>
                <a:lnTo>
                  <a:pt x="7469039" y="6353183"/>
                </a:lnTo>
                <a:cubicBezTo>
                  <a:pt x="7022837" y="6362323"/>
                  <a:pt x="6568869" y="6366494"/>
                  <a:pt x="6108633" y="6366494"/>
                </a:cubicBezTo>
                <a:cubicBezTo>
                  <a:pt x="3867960" y="6366494"/>
                  <a:pt x="1773459" y="6267615"/>
                  <a:pt x="645" y="6096000"/>
                </a:cubicBezTo>
                <a:lnTo>
                  <a:pt x="0" y="0"/>
                </a:lnTo>
                <a:close/>
              </a:path>
            </a:pathLst>
          </a:custGeom>
          <a:noFill/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1" y="3962400"/>
            <a:ext cx="3781439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9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294812" y="274639"/>
            <a:ext cx="1371602" cy="58975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274639"/>
            <a:ext cx="7619999" cy="5884321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6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88825" cy="1870938"/>
          </a:xfrm>
          <a:custGeom>
            <a:avLst/>
            <a:gdLst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85846 h 1870938"/>
              <a:gd name="connsiteX3" fmla="*/ 12188825 w 12188825"/>
              <a:gd name="connsiteY3" fmla="*/ 335280 h 1870938"/>
              <a:gd name="connsiteX4" fmla="*/ 12188825 w 12188825"/>
              <a:gd name="connsiteY4" fmla="*/ 1868714 h 1870938"/>
              <a:gd name="connsiteX5" fmla="*/ 6105607 w 12188825"/>
              <a:gd name="connsiteY5" fmla="*/ 1600444 h 1870938"/>
              <a:gd name="connsiteX6" fmla="*/ 1 w 12188825"/>
              <a:gd name="connsiteY6" fmla="*/ 1870938 h 1870938"/>
              <a:gd name="connsiteX7" fmla="*/ 1 w 12188825"/>
              <a:gd name="connsiteY7" fmla="*/ 335280 h 1870938"/>
              <a:gd name="connsiteX8" fmla="*/ 0 w 12188825"/>
              <a:gd name="connsiteY8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85846 h 1870938"/>
              <a:gd name="connsiteX3" fmla="*/ 12188825 w 12188825"/>
              <a:gd name="connsiteY3" fmla="*/ 335280 h 1870938"/>
              <a:gd name="connsiteX4" fmla="*/ 12188825 w 12188825"/>
              <a:gd name="connsiteY4" fmla="*/ 1868714 h 1870938"/>
              <a:gd name="connsiteX5" fmla="*/ 6105607 w 12188825"/>
              <a:gd name="connsiteY5" fmla="*/ 1600444 h 1870938"/>
              <a:gd name="connsiteX6" fmla="*/ 1 w 12188825"/>
              <a:gd name="connsiteY6" fmla="*/ 1870938 h 1870938"/>
              <a:gd name="connsiteX7" fmla="*/ 0 w 12188825"/>
              <a:gd name="connsiteY7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335280 h 1870938"/>
              <a:gd name="connsiteX3" fmla="*/ 12188825 w 12188825"/>
              <a:gd name="connsiteY3" fmla="*/ 1868714 h 1870938"/>
              <a:gd name="connsiteX4" fmla="*/ 6105607 w 12188825"/>
              <a:gd name="connsiteY4" fmla="*/ 1600444 h 1870938"/>
              <a:gd name="connsiteX5" fmla="*/ 1 w 12188825"/>
              <a:gd name="connsiteY5" fmla="*/ 1870938 h 1870938"/>
              <a:gd name="connsiteX6" fmla="*/ 0 w 12188825"/>
              <a:gd name="connsiteY6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1868714 h 1870938"/>
              <a:gd name="connsiteX3" fmla="*/ 6105607 w 12188825"/>
              <a:gd name="connsiteY3" fmla="*/ 1600444 h 1870938"/>
              <a:gd name="connsiteX4" fmla="*/ 1 w 12188825"/>
              <a:gd name="connsiteY4" fmla="*/ 1870938 h 1870938"/>
              <a:gd name="connsiteX5" fmla="*/ 0 w 12188825"/>
              <a:gd name="connsiteY5" fmla="*/ 0 h 187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1870938">
                <a:moveTo>
                  <a:pt x="0" y="0"/>
                </a:moveTo>
                <a:lnTo>
                  <a:pt x="12188825" y="0"/>
                </a:lnTo>
                <a:lnTo>
                  <a:pt x="12188825" y="1868714"/>
                </a:lnTo>
                <a:cubicBezTo>
                  <a:pt x="10420785" y="1698493"/>
                  <a:pt x="8336850" y="1600444"/>
                  <a:pt x="6105607" y="1600444"/>
                </a:cubicBezTo>
                <a:cubicBezTo>
                  <a:pt x="3864934" y="1600444"/>
                  <a:pt x="1772815" y="1699323"/>
                  <a:pt x="1" y="1870938"/>
                </a:cubicBezTo>
                <a:cubicBezTo>
                  <a:pt x="1" y="1247292"/>
                  <a:pt x="0" y="623646"/>
                  <a:pt x="0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2"/>
          <p:cNvSpPr/>
          <p:nvPr/>
        </p:nvSpPr>
        <p:spPr>
          <a:xfrm>
            <a:off x="1" y="0"/>
            <a:ext cx="12188824" cy="1812642"/>
          </a:xfrm>
          <a:custGeom>
            <a:avLst/>
            <a:gdLst>
              <a:gd name="connsiteX0" fmla="*/ 0 w 12188824"/>
              <a:gd name="connsiteY0" fmla="*/ 0 h 1812642"/>
              <a:gd name="connsiteX1" fmla="*/ 12188824 w 12188824"/>
              <a:gd name="connsiteY1" fmla="*/ 0 h 1812642"/>
              <a:gd name="connsiteX2" fmla="*/ 12188824 w 12188824"/>
              <a:gd name="connsiteY2" fmla="*/ 1812642 h 1812642"/>
              <a:gd name="connsiteX3" fmla="*/ 6105607 w 12188824"/>
              <a:gd name="connsiteY3" fmla="*/ 1498429 h 1812642"/>
              <a:gd name="connsiteX4" fmla="*/ 1 w 12188824"/>
              <a:gd name="connsiteY4" fmla="*/ 1723203 h 1812642"/>
              <a:gd name="connsiteX5" fmla="*/ 1 w 12188824"/>
              <a:gd name="connsiteY5" fmla="*/ 187545 h 1812642"/>
              <a:gd name="connsiteX6" fmla="*/ 0 w 12188824"/>
              <a:gd name="connsiteY6" fmla="*/ 0 h 1812642"/>
              <a:gd name="connsiteX0" fmla="*/ 0 w 12188824"/>
              <a:gd name="connsiteY0" fmla="*/ 0 h 1812642"/>
              <a:gd name="connsiteX1" fmla="*/ 12188824 w 12188824"/>
              <a:gd name="connsiteY1" fmla="*/ 0 h 1812642"/>
              <a:gd name="connsiteX2" fmla="*/ 12188824 w 12188824"/>
              <a:gd name="connsiteY2" fmla="*/ 1812642 h 1812642"/>
              <a:gd name="connsiteX3" fmla="*/ 6105607 w 12188824"/>
              <a:gd name="connsiteY3" fmla="*/ 1498429 h 1812642"/>
              <a:gd name="connsiteX4" fmla="*/ 1 w 12188824"/>
              <a:gd name="connsiteY4" fmla="*/ 1723203 h 1812642"/>
              <a:gd name="connsiteX5" fmla="*/ 0 w 12188824"/>
              <a:gd name="connsiteY5" fmla="*/ 0 h 181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4" h="1812642">
                <a:moveTo>
                  <a:pt x="0" y="0"/>
                </a:moveTo>
                <a:lnTo>
                  <a:pt x="12188824" y="0"/>
                </a:lnTo>
                <a:lnTo>
                  <a:pt x="12188824" y="1812642"/>
                </a:lnTo>
                <a:cubicBezTo>
                  <a:pt x="10427038" y="1644563"/>
                  <a:pt x="8126377" y="1513957"/>
                  <a:pt x="6105607" y="1498429"/>
                </a:cubicBezTo>
                <a:cubicBezTo>
                  <a:pt x="4065906" y="1482756"/>
                  <a:pt x="1772815" y="1551588"/>
                  <a:pt x="1" y="1723203"/>
                </a:cubicBezTo>
                <a:cubicBezTo>
                  <a:pt x="1" y="1148802"/>
                  <a:pt x="0" y="574401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7"/>
          <p:cNvSpPr/>
          <p:nvPr/>
        </p:nvSpPr>
        <p:spPr bwMode="hidden">
          <a:xfrm>
            <a:off x="1" y="6354411"/>
            <a:ext cx="12188824" cy="503589"/>
          </a:xfrm>
          <a:custGeom>
            <a:avLst/>
            <a:gdLst/>
            <a:ahLst/>
            <a:cxnLst/>
            <a:rect l="l" t="t" r="r" b="b"/>
            <a:pathLst>
              <a:path w="12188824" h="503589">
                <a:moveTo>
                  <a:pt x="6105606" y="0"/>
                </a:moveTo>
                <a:cubicBezTo>
                  <a:pt x="8336849" y="0"/>
                  <a:pt x="10420784" y="98049"/>
                  <a:pt x="12188824" y="268270"/>
                </a:cubicBezTo>
                <a:lnTo>
                  <a:pt x="12188824" y="503589"/>
                </a:lnTo>
                <a:lnTo>
                  <a:pt x="0" y="503589"/>
                </a:lnTo>
                <a:lnTo>
                  <a:pt x="0" y="270494"/>
                </a:lnTo>
                <a:cubicBezTo>
                  <a:pt x="1772814" y="98879"/>
                  <a:pt x="3864933" y="0"/>
                  <a:pt x="610560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522414" y="274638"/>
            <a:ext cx="9144000" cy="10969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5138" y="6518274"/>
            <a:ext cx="5864674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18412" y="6518274"/>
            <a:ext cx="16764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518274"/>
            <a:ext cx="1143002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Music Maker</a:t>
            </a:r>
          </a:p>
        </p:txBody>
      </p:sp>
      <p:pic>
        <p:nvPicPr>
          <p:cNvPr id="10" name="Picture Placeholder 9" descr="Piano keys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Logan Deegan, Andrew L</a:t>
            </a:r>
          </a:p>
        </p:txBody>
      </p:sp>
    </p:spTree>
    <p:extLst>
      <p:ext uri="{BB962C8B-B14F-4D97-AF65-F5344CB8AC3E}">
        <p14:creationId xmlns:p14="http://schemas.microsoft.com/office/powerpoint/2010/main" val="134942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Introduction/Background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329B9-F505-AE31-C0BC-55A037AE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Music Maker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Maker: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a feature-rich, console-based application built in C++ that allows users to compose, play, save, and load musical pieces directly from the terminal.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program structures music into Sections (e.g., Verse, Chorus) containing Measures. Each measure can play a chord (multiple notes simultaneously) with a custom duration, using the Windows Beep API for sound generation.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25B26-EEE6-2DCC-5EB6-C34259F8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Switch from using window.h and Beep() to play single notes to using MIDI.h(Musical Instrument Digital Interface) to play notes</a:t>
            </a:r>
          </a:p>
          <a:p>
            <a:r>
              <a:rPr lang="en-US" dirty="0"/>
              <a:t>Organize current code </a:t>
            </a:r>
          </a:p>
        </p:txBody>
      </p:sp>
    </p:spTree>
    <p:extLst>
      <p:ext uri="{BB962C8B-B14F-4D97-AF65-F5344CB8AC3E}">
        <p14:creationId xmlns:p14="http://schemas.microsoft.com/office/powerpoint/2010/main" val="313906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Goal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65652F-7EB8-427B-40A3-92C189239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296399" cy="4267200"/>
          </a:xfrm>
        </p:spPr>
        <p:txBody>
          <a:bodyPr>
            <a:normAutofit/>
          </a:bodyPr>
          <a:lstStyle/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34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657E-E830-2E69-946A-9D5F2FBE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20D4-19E2-3747-88BF-C15DDF6C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of labor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4EB7D-648E-66F0-4293-E31F94A8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448799" cy="4267200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Logan: Project Architect &amp; Core Logic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responsibility for the core data structures (Note, Measure, Music Section).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the main program loop, menu system, and playback engine with multi-threading.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file I/O logic for saving and loading songs.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stretch goals: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Theory Integration (Chord Dictionary)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Organization (Multi-section &amp; Music Sheet Printout)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Andrew: Audio Integration &amp; Advanced Features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Responsibility: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 the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MP3/WAV File Conversion Stretch Goal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Task: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Enable drag-and-drop functionality for audio files onto the executable, converting them into the application's internal note-based format for playback and editing.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will involve researching and integrating an external audio library (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libsndfile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implementing pitch detection algorithms to map audio frequencies to musical notes.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contribution: Assisted with the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Composition (Random Section Generator)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feature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381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rves 16x9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sical curves presentation (widescreen).potx" id="{68710E6A-EAC6-48C2-B3F1-37ABA3E433C0}" vid="{1E11B4D8-8842-4901-9C7E-68BBF3CF07CC}"/>
    </a:ext>
  </a:extLst>
</a:theme>
</file>

<file path=ppt/theme/theme2.xml><?xml version="1.0" encoding="utf-8"?>
<a:theme xmlns:a="http://schemas.openxmlformats.org/drawingml/2006/main" name="Office Theme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1e4c3c6-9e0b-46f3-8506-94a921a28d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D8F748924D454B91D483057E35C76B" ma:contentTypeVersion="15" ma:contentTypeDescription="Create a new document." ma:contentTypeScope="" ma:versionID="8fb1d2adba66af2a9b097e06d55d850b">
  <xsd:schema xmlns:xsd="http://www.w3.org/2001/XMLSchema" xmlns:xs="http://www.w3.org/2001/XMLSchema" xmlns:p="http://schemas.microsoft.com/office/2006/metadata/properties" xmlns:ns3="21e4c3c6-9e0b-46f3-8506-94a921a28d3e" xmlns:ns4="e5c1c020-ca77-4a6f-91b3-901ce8c76c04" targetNamespace="http://schemas.microsoft.com/office/2006/metadata/properties" ma:root="true" ma:fieldsID="249c3f5d04f1d7f86fd48e754b117dd4" ns3:_="" ns4:_="">
    <xsd:import namespace="21e4c3c6-9e0b-46f3-8506-94a921a28d3e"/>
    <xsd:import namespace="e5c1c020-ca77-4a6f-91b3-901ce8c76c0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4c3c6-9e0b-46f3-8506-94a921a28d3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c1c020-ca77-4a6f-91b3-901ce8c76c0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F00EAF-D076-4BCF-8762-1BE4E92D280C}">
  <ds:schemaRefs>
    <ds:schemaRef ds:uri="http://schemas.microsoft.com/office/2006/metadata/properties"/>
    <ds:schemaRef ds:uri="21e4c3c6-9e0b-46f3-8506-94a921a28d3e"/>
    <ds:schemaRef ds:uri="http://purl.org/dc/elements/1.1/"/>
    <ds:schemaRef ds:uri="http://schemas.microsoft.com/office/2006/documentManagement/types"/>
    <ds:schemaRef ds:uri="http://purl.org/dc/dcmitype/"/>
    <ds:schemaRef ds:uri="e5c1c020-ca77-4a6f-91b3-901ce8c76c0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0CE0DEA-A88C-40AB-91E9-FA6B15982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e4c3c6-9e0b-46f3-8506-94a921a28d3e"/>
    <ds:schemaRef ds:uri="e5c1c020-ca77-4a6f-91b3-901ce8c76c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54AFD2-FB61-40B6-A22C-266A2B6AAD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Musical curves presentation (widescreen)</Template>
  <TotalTime>20</TotalTime>
  <Words>291</Words>
  <Application>Microsoft Office PowerPoint</Application>
  <PresentationFormat>Custom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Euphemia</vt:lpstr>
      <vt:lpstr>Times New Roman</vt:lpstr>
      <vt:lpstr>Curves 16x9</vt:lpstr>
      <vt:lpstr>Music Maker</vt:lpstr>
      <vt:lpstr>Introduction/Background</vt:lpstr>
      <vt:lpstr>MVP</vt:lpstr>
      <vt:lpstr>Stretch Goal</vt:lpstr>
      <vt:lpstr>Division of labor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Deegan, Logan</dc:creator>
  <cp:lastModifiedBy>Deegan, Logan</cp:lastModifiedBy>
  <cp:revision>5</cp:revision>
  <dcterms:created xsi:type="dcterms:W3CDTF">2025-10-20T16:04:55Z</dcterms:created>
  <dcterms:modified xsi:type="dcterms:W3CDTF">2025-11-19T15:41:01Z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0x010100FAD8F748924D454B91D483057E35C76B</vt:lpwstr>
  </property>
</Properties>
</file>